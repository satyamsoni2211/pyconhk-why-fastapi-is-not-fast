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Lora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ora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Lora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Lora-italic.fntdata"/><Relationship Id="rId6" Type="http://schemas.openxmlformats.org/officeDocument/2006/relationships/slide" Target="slides/slide1.xml"/><Relationship Id="rId18" Type="http://schemas.openxmlformats.org/officeDocument/2006/relationships/font" Target="fonts/Lor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427705d21b899b4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427705d21b899b4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427705d21b899b4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427705d21b899b4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427705d21b899b4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h427705d21b899b4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427705d21b899b4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427705d21b899b4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427705d21b899b4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h427705d21b899b4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427705d21b899b4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427705d21b899b4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427705d21b899b4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427705d21b899b4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427705d21b899b47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h427705d21b899b4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427705d21b899b4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427705d21b899b4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427705d21b899b4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h427705d21b899b4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1713098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45676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41178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rgbClr val="FEF5E9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FEF5E9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ora"/>
              <a:buNone/>
              <a:defRPr sz="2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ora"/>
              <a:buChar char="●"/>
              <a:defRPr sz="18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○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■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●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○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■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●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○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■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713098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745676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389600"/>
            <a:ext cx="41178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yCon HK 2026">
  <a:themeElements>
    <a:clrScheme name="Simple Light">
      <a:dk1>
        <a:srgbClr val="000000"/>
      </a:dk1>
      <a:lt1>
        <a:srgbClr val="FEF5E9"/>
      </a:lt1>
      <a:dk2>
        <a:srgbClr val="595959"/>
      </a:dk2>
      <a:lt2>
        <a:srgbClr val="FFFFFF"/>
      </a:lt2>
      <a:accent1>
        <a:srgbClr val="D71920"/>
      </a:accent1>
      <a:accent2>
        <a:srgbClr val="2F559A"/>
      </a:accent2>
      <a:accent3>
        <a:srgbClr val="72819C"/>
      </a:accent3>
      <a:accent4>
        <a:srgbClr val="D56C70"/>
      </a:accent4>
      <a:accent5>
        <a:srgbClr val="FFFFFF"/>
      </a:accent5>
      <a:accent6>
        <a:srgbClr val="FFFF00"/>
      </a:accent6>
      <a:hlink>
        <a:srgbClr val="2F559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